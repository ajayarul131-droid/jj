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8F5E5"/>
                </a:solidFill>
              </a:defRPr>
            </a:pPr>
            <a:r>
              <a:t>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82880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AI-Based Stock-Out</a:t>
            </a:r>
            <a:br/>
            <a:r>
              <a:t>Prediction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94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D8F5E5"/>
                </a:solidFill>
              </a:defRPr>
            </a:pPr>
            <a:r>
              <a:t>Predict demand  •  Detect low inventory  •  Recommend replenishment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15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FFFF"/>
                </a:solidFill>
              </a:defRPr>
            </a:pPr>
            <a:r>
              <a:t>Presented by: ____________________     Department: ____________________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A43"/>
                </a:solidFill>
              </a:defRPr>
            </a:pPr>
            <a:r>
              <a:t>1.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2606D"/>
                </a:solidFill>
              </a:defRPr>
            </a:pPr>
            <a:r>
              <a:t>Why do stock-outs matter?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172033"/>
                </a:solidFill>
              </a:defRPr>
            </a:pPr>
            <a:r>
              <a:t>•  Businesses often notice stock shortages only after customers try to buy a product.</a:t>
            </a:r>
          </a:p>
          <a:p>
            <a:pPr>
              <a:spcAft>
                <a:spcPts val="1600"/>
              </a:spcAft>
              <a:defRPr sz="2100">
                <a:solidFill>
                  <a:srgbClr val="172033"/>
                </a:solidFill>
              </a:defRPr>
            </a:pPr>
            <a:r>
              <a:t>•  Unexpected stock-outs lead to lost sales, unhappy customers, and missed opportunities.</a:t>
            </a:r>
          </a:p>
          <a:p>
            <a:pPr>
              <a:spcAft>
                <a:spcPts val="1600"/>
              </a:spcAft>
              <a:defRPr sz="2100">
                <a:solidFill>
                  <a:srgbClr val="172033"/>
                </a:solidFill>
              </a:defRPr>
            </a:pPr>
            <a:r>
              <a:t>•  Manual stock checking may not reveal changing demand quickly enough.</a:t>
            </a:r>
          </a:p>
          <a:p>
            <a:pPr>
              <a:spcAft>
                <a:spcPts val="1600"/>
              </a:spcAft>
              <a:defRPr sz="2100">
                <a:solidFill>
                  <a:srgbClr val="172033"/>
                </a:solidFill>
              </a:defRPr>
            </a:pPr>
            <a:r>
              <a:t>•  An early warning can help teams reorder products before inventory runs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2606D"/>
                </a:solidFill>
              </a:defRPr>
            </a:pPr>
            <a:r>
              <a:t>AI-Based Stock-Out Prediction System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A43"/>
                </a:solidFill>
              </a:defRPr>
            </a:pPr>
            <a:r>
              <a:t>2. 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2606D"/>
                </a:solidFill>
              </a:defRPr>
            </a:pPr>
            <a:r>
              <a:t>What the system aims to achieve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1907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6C43"/>
                </a:solidFill>
              </a:defRPr>
            </a:pPr>
            <a:r>
              <a:t>Predict demand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76272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72033"/>
                </a:solidFill>
              </a:defRPr>
            </a:pPr>
            <a:r>
              <a:t>Estimate average daily sales from recent sales history.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1907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6C43"/>
                </a:solidFill>
              </a:defRPr>
            </a:pPr>
            <a:r>
              <a:t>Detect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76272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72033"/>
                </a:solidFill>
              </a:defRPr>
            </a:pPr>
            <a:r>
              <a:t>Estimate how long current stock may last.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544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1907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6C43"/>
                </a:solidFill>
              </a:defRPr>
            </a:pPr>
            <a:r>
              <a:t>Suggest reorders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176272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72033"/>
                </a:solidFill>
              </a:defRPr>
            </a:pPr>
            <a:r>
              <a:t>Recommend quantities to cover upcoming demand.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605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172033"/>
                </a:solidFill>
              </a:defRPr>
            </a:pPr>
            <a:r>
              <a:t>•  Provide a simple dashboard for product-wise inventory monitoring.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2606D"/>
                </a:solidFill>
              </a:defRPr>
            </a:pPr>
            <a:r>
              <a:t>AI-Based Stock-Out Prediction System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A43"/>
                </a:solidFill>
              </a:defRPr>
            </a:pPr>
            <a:r>
              <a:t>3.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2606D"/>
                </a:solidFill>
              </a:defRPr>
            </a:pPr>
            <a:r>
              <a:t>An inventory early-warning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74519"/>
            <a:ext cx="21488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39112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6C43"/>
                </a:solidFill>
              </a:defRPr>
            </a:pPr>
            <a:r>
              <a:t>1. Collect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96312"/>
            <a:ext cx="1783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72033"/>
                </a:solidFill>
              </a:defRPr>
            </a:pPr>
            <a:r>
              <a:t>Daily sales and stock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16352" y="1874519"/>
            <a:ext cx="21488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9232" y="2039112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6C43"/>
                </a:solidFill>
              </a:defRPr>
            </a:pPr>
            <a:r>
              <a:t>2. Analyse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9232" y="2496312"/>
            <a:ext cx="1783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72033"/>
                </a:solidFill>
              </a:defRPr>
            </a:pPr>
            <a:r>
              <a:t>Average recent demand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75504" y="1874519"/>
            <a:ext cx="21488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58384" y="2039112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6C43"/>
                </a:solidFill>
              </a:defRPr>
            </a:pPr>
            <a:r>
              <a:t>3. Forecast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58384" y="2496312"/>
            <a:ext cx="1783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72033"/>
                </a:solidFill>
              </a:defRPr>
            </a:pPr>
            <a:r>
              <a:t>Estimate days remaining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34656" y="1874519"/>
            <a:ext cx="21488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17536" y="2039112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6C43"/>
                </a:solidFill>
              </a:defRPr>
            </a:pPr>
            <a:r>
              <a:t>4. Alert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7536" y="2496312"/>
            <a:ext cx="1783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72033"/>
                </a:solidFill>
              </a:defRPr>
            </a:pPr>
            <a:r>
              <a:t>High / Medium / Low risk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93808" y="1874519"/>
            <a:ext cx="21488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76688" y="2039112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6C43"/>
                </a:solidFill>
              </a:defRPr>
            </a:pPr>
            <a:r>
              <a:t>5. Reorder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76688" y="2496312"/>
            <a:ext cx="1783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72033"/>
                </a:solidFill>
              </a:defRPr>
            </a:pPr>
            <a:r>
              <a:t>Suggest replenishment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663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033"/>
                </a:solidFill>
              </a:defRPr>
            </a:pPr>
            <a:r>
              <a:t>The prototype reads records from a CSV file and displays results in a web dashboard.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2606D"/>
                </a:solidFill>
              </a:defRPr>
            </a:pPr>
            <a:r>
              <a:t>AI-Based Stock-Out Prediction System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A43"/>
                </a:solidFill>
              </a:defRPr>
            </a:pPr>
            <a:r>
              <a:t>4. Technologies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2606D"/>
                </a:solidFill>
              </a:defRPr>
            </a:pPr>
            <a:r>
              <a:t>Tools used in the prototype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73351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6C43"/>
                </a:solidFill>
              </a:defRPr>
            </a:pPr>
            <a:r>
              <a:t>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30552"/>
            <a:ext cx="31089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72033"/>
                </a:solidFill>
              </a:defRPr>
            </a:pPr>
            <a:r>
              <a:t>Calculations and inventory-risk logic.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08760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73351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6C43"/>
                </a:solidFill>
              </a:defRPr>
            </a:pPr>
            <a:r>
              <a:t>Flask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30552"/>
            <a:ext cx="31089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72033"/>
                </a:solidFill>
              </a:defRPr>
            </a:pPr>
            <a:r>
              <a:t>Runs the web app and connects logic to the dashboard.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08760"/>
            <a:ext cx="33832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73351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6C43"/>
                </a:solidFill>
              </a:defRPr>
            </a:pPr>
            <a:r>
              <a:t>HTML + CSS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130552"/>
            <a:ext cx="301752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72033"/>
                </a:solidFill>
              </a:defRPr>
            </a:pPr>
            <a:r>
              <a:t>Builds the responsive dashboard interface.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3749039"/>
            <a:ext cx="32918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3913631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6C43"/>
                </a:solidFill>
              </a:defRPr>
            </a:pPr>
            <a:r>
              <a:t>CSV dataset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370831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72033"/>
                </a:solidFill>
              </a:defRPr>
            </a:pPr>
            <a:r>
              <a:t>Stores sample sales and stock records.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749039"/>
            <a:ext cx="32918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913631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6C43"/>
                </a:solidFill>
              </a:defRPr>
            </a:pPr>
            <a:r>
              <a:t>Forecasting logic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370831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72033"/>
                </a:solidFill>
              </a:defRPr>
            </a:pPr>
            <a:r>
              <a:t>Uses recent sales records as a baseline estimate.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2606D"/>
                </a:solidFill>
              </a:defRPr>
            </a:pPr>
            <a:r>
              <a:t>AI-Based Stock-Out Prediction System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A43"/>
                </a:solidFill>
              </a:defRPr>
            </a:pPr>
            <a:r>
              <a:t>5. How Prediction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2606D"/>
                </a:solidFill>
              </a:defRPr>
            </a:pPr>
            <a:r>
              <a:t>Simple baseline calculations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12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8191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6C43"/>
                </a:solidFill>
              </a:defRPr>
            </a:pPr>
            <a:r>
              <a:t>Average daily demand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39112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72033"/>
                </a:solidFill>
              </a:defRPr>
            </a:pPr>
            <a:r>
              <a:t>Units sold in latest 7 records ÷ number of records.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212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8191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6C43"/>
                </a:solidFill>
              </a:defRPr>
            </a:pPr>
            <a:r>
              <a:t>Estimated days remaining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39112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72033"/>
                </a:solidFill>
              </a:defRPr>
            </a:pPr>
            <a:r>
              <a:t>Current stock ÷ average daily demand.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46120"/>
            <a:ext cx="5212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1071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6C43"/>
                </a:solidFill>
              </a:defRPr>
            </a:pPr>
            <a:r>
              <a:t>Reorder 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67911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72033"/>
                </a:solidFill>
              </a:defRPr>
            </a:pPr>
            <a:r>
              <a:t>Approximately 3 days of average demand.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246120"/>
            <a:ext cx="5212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41071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6C43"/>
                </a:solidFill>
              </a:defRPr>
            </a:pPr>
            <a:r>
              <a:t>Suggested 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867911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72033"/>
                </a:solidFill>
              </a:defRPr>
            </a:pPr>
            <a:r>
              <a:t>Quantity to cover about 7 days of demand, minus current stock.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166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2606D"/>
                </a:solidFill>
              </a:defRPr>
            </a:pPr>
            <a:r>
              <a:t>Note: These are baseline estimates using sample data, not a trained machine-learning model.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2606D"/>
                </a:solidFill>
              </a:defRPr>
            </a:pPr>
            <a:r>
              <a:t>AI-Based Stock-Out Prediction System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A43"/>
                </a:solidFill>
              </a:defRPr>
            </a:pPr>
            <a:r>
              <a:t>6. Dashboard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2606D"/>
                </a:solidFill>
              </a:defRPr>
            </a:pPr>
            <a:r>
              <a:t>Information available for each product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2763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6C43"/>
                </a:solidFill>
              </a:defRPr>
            </a:pPr>
            <a:r>
              <a:t>Current stock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84832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72033"/>
                </a:solidFill>
              </a:defRPr>
            </a:pPr>
            <a:r>
              <a:t>Number of units currently available.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4747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2763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6C43"/>
                </a:solidFill>
              </a:defRPr>
            </a:pPr>
            <a:r>
              <a:t>Daily demand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84832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72033"/>
                </a:solidFill>
              </a:defRPr>
            </a:pPr>
            <a:r>
              <a:t>Recent average units sold per day.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2763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6C43"/>
                </a:solidFill>
              </a:defRPr>
            </a:pPr>
            <a:r>
              <a:t>Days left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084832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72033"/>
                </a:solidFill>
              </a:defRPr>
            </a:pPr>
            <a:r>
              <a:t>Estimated days before stock may run out.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57600"/>
            <a:ext cx="30175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822191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61B1B"/>
                </a:solidFill>
              </a:defRPr>
            </a:pPr>
            <a:r>
              <a:t>HIGH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279392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72033"/>
                </a:solidFill>
              </a:defRPr>
            </a:pPr>
            <a:r>
              <a:t>Stock may run out soon.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3657600"/>
            <a:ext cx="30175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3822191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805B00"/>
                </a:solidFill>
              </a:defRPr>
            </a:pPr>
            <a:r>
              <a:t>MEDIUM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279392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72033"/>
                </a:solidFill>
              </a:defRPr>
            </a:pPr>
            <a:r>
              <a:t>Monitor and plan a reorder.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657600"/>
            <a:ext cx="30175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3822191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6C43"/>
                </a:solidFill>
              </a:defRPr>
            </a:pPr>
            <a:r>
              <a:t>LOW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279392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72033"/>
                </a:solidFill>
              </a:defRPr>
            </a:pPr>
            <a:r>
              <a:t>Stock appears sufficient for now.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2606D"/>
                </a:solidFill>
              </a:defRPr>
            </a:pPr>
            <a:r>
              <a:t>AI-Based Stock-Out Prediction System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A43"/>
                </a:solidFill>
              </a:defRPr>
            </a:pPr>
            <a:r>
              <a:t>7. Benefits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2606D"/>
                </a:solidFill>
              </a:defRPr>
            </a:pPr>
            <a:r>
              <a:t>What the prototype can—and cannot—do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120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8191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6C43"/>
                </a:solidFill>
              </a:defRPr>
            </a:pPr>
            <a:r>
              <a:t>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39112"/>
            <a:ext cx="484632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72033"/>
                </a:solidFill>
              </a:defRPr>
            </a:pPr>
            <a:r>
              <a:t>• Earlier warning of possible shortages</a:t>
            </a:r>
            <a:br/>
            <a:br/>
            <a:r>
              <a:t>• Better replenishment planning</a:t>
            </a:r>
            <a:br/>
            <a:br/>
            <a:r>
              <a:t>• Simple product-wise dashboard</a:t>
            </a:r>
            <a:br/>
            <a:br/>
            <a:r>
              <a:t>• Helps reduce avoidable lost sales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2120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8191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805B00"/>
                </a:solidFill>
              </a:defRPr>
            </a:pPr>
            <a:r>
              <a:t>Current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39112"/>
            <a:ext cx="484632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72033"/>
                </a:solidFill>
              </a:defRPr>
            </a:pPr>
            <a:r>
              <a:t>• Uses sample CSV data</a:t>
            </a:r>
            <a:br/>
            <a:br/>
            <a:r>
              <a:t>• Forecast uses recent average sales</a:t>
            </a:r>
            <a:br/>
            <a:br/>
            <a:r>
              <a:t>• Does not connect automatically to store systems</a:t>
            </a:r>
            <a:br/>
            <a:br/>
            <a:r>
              <a:t>• Accuracy depends on data 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2606D"/>
                </a:solidFill>
              </a:defRPr>
            </a:pPr>
            <a:r>
              <a:t>AI-Based Stock-Out Prediction System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23160"/>
            <a:ext cx="10241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D8F5E5"/>
                </a:solidFill>
              </a:defRPr>
            </a:pPr>
            <a:r>
              <a:t>The Stock-Out Prediction System turns recent sales and stock records into practical early warnings. It helps businesses plan replenishment before products run out, and provides a foundation for a future machine-learning model.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Thank you  |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